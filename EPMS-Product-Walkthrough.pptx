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60120"/>
            <a:ext cx="164592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234440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Employee Performance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Management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29077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BFE"/>
                </a:solidFill>
              </a:rPr>
              <a:t>Product walkthrough and role-based operating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3749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Admin  •  Manager  •  Employee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5166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Java 17  |  Servlets/JSP  |  PostgreSQL  |  Neon + Render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72600" y="4937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0A5FA"/>
                </a:solidFill>
              </a:rPr>
              <a:t>EPMS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EPMS  |  Employee Performance Management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446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ADMIN  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</a:rPr>
              <a:t>Admin experience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21792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Organization control, people management, and performance visibility.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31546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Manage employees, departments, and review cycles from a single workspace.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Search the workforce and create employee profiles with department and manager ownership.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Open or close review periods so the business follows a consistent cadence.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Use reports to monitor department averages, rating distribution, and top performers.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Role capabilities</a:t>
            </a:r>
            <a:endParaRPr lang="en-US" sz="1200" dirty="0"/>
          </a:p>
        </p:txBody>
      </p:sp>
      <p:pic>
        <p:nvPicPr>
          <p:cNvPr id="10" name="Image 0" descr="C:\Users\paras\OneDrive\Desktop\NewProject\docs\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08760"/>
            <a:ext cx="696772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EPMS  |  Employee Performance Management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446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MANAGER  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</a:rPr>
              <a:t>Manager experience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21792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Turn team priorities into measurable goals and useful feedback.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31546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Review team goals and monitor progress against due dates and weights.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Submit structured reviews with ratings, comments, strengths, and improvements.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Use reports to identify coaching opportunities and recognize strong performance.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Keep employee development connected to the active review cycle.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Role capabilities</a:t>
            </a:r>
            <a:endParaRPr lang="en-US" sz="1200" dirty="0"/>
          </a:p>
        </p:txBody>
      </p:sp>
      <p:pic>
        <p:nvPicPr>
          <p:cNvPr id="10" name="Image 0" descr="C:\Users\paras\OneDrive\Desktop\NewProject\docs\manager-go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08760"/>
            <a:ext cx="696772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EPMS  |  Employee Performance Management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446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EMPLOYEE  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</a:rPr>
              <a:t>Employee experience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21792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focused self-service space for goals, growth, and updates.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31546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View assigned goals and update progress from 0 to 100 percent.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Read manager feedback and complete self-assessment activities.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Track notifications and stay aware of review and performance updates.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Use the same responsive interface on desktop or mobile-sized screens.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Role capabilities</a:t>
            </a:r>
            <a:endParaRPr lang="en-US" sz="1200" dirty="0"/>
          </a:p>
        </p:txBody>
      </p:sp>
      <p:pic>
        <p:nvPicPr>
          <p:cNvPr id="10" name="Image 0" descr="C:\Users\paras\OneDrive\Desktop\NewProject\docs\employee-go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08760"/>
            <a:ext cx="696772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EPMS  |  Employee Performance Management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446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WORKFLOW  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</a:rPr>
              <a:t>How work moves through EPMS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21792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repeatable cycle keeps accountability clear across every role.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745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956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</a:rPr>
              <a:t>Admin 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Create departments, employees, managers, and the review cycle.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6459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18745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956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</a:rPr>
              <a:t>Manager planning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Assign weighted goals with descriptions and due dates.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6459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18745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1956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</a:rPr>
              <a:t>Employee execution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0684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Employees update progress and complete self-assessments.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9319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0142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931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</a:rPr>
              <a:t>Manager review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Managers submit ratings and actionable feedback.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3703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0288" y="39319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40142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931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</a:rPr>
              <a:t>Leadership insight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5780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Reports summarize averages, distributions, and performers.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The result is a transparent performance loop: goals → progress → feedback →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EPMS  |  Employee Performance Management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446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DELIVERY   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</a:rPr>
              <a:t>Deployment and operational readiness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21792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application is packaged for a managed PostgreSQL and container deployment.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554"/>
                </a:solidFill>
              </a:rPr>
              <a:t>Technology 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42976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Java 17 + Maven WAR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Tomcat 9 + Servlet 4.0 + JSP/JSTL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PostgreSQL + JDBC + HikariCP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Neon database + Render container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BCrypt authentication + role filters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Bootstrap 5 + Chart.js responsive UI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212080" cy="420624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Demo evidence captured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✓ Admin dashboard and employee management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✓ Manager goals and review workflow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✓ Employee goals and notifications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✓ Reports with chart and CSV export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✓ Local Tomcat health check: 200 OK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49834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BFE"/>
                </a:solidFill>
              </a:rPr>
              <a:t>Next production hardening: CSRF protection, removal of demo credentials, and complete CRUD/error-page coverage.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EPMS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EPMS Product Walkthrough</dc:title>
  <dc:subject>Employee Performance Management System</dc:subject>
  <dc:creator>EPMS Team</dc:creator>
  <cp:lastModifiedBy>EPMS Team</cp:lastModifiedBy>
  <cp:revision>1</cp:revision>
  <dcterms:created xsi:type="dcterms:W3CDTF">2026-10-15T12:55:06Z</dcterms:created>
  <dcterms:modified xsi:type="dcterms:W3CDTF">2026-10-15T12:55:06Z</dcterms:modified>
</cp:coreProperties>
</file>